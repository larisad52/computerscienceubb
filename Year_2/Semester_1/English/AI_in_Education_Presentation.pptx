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Artificial Intelligence Transforms Learning and Teaching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can perform tasks requiring human intelligence</a:t>
            </a:r>
          </a:p>
          <a:p>
            <a:r>
              <a:t>• Abilities: learning, reasoning, recognizing patterns, understanding language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matters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teachers and students</a:t>
            </a:r>
          </a:p>
          <a:p>
            <a:r>
              <a:t>• Makes learning efficient and personalized</a:t>
            </a:r>
          </a:p>
          <a:p>
            <a:r>
              <a:t>• Improves accuracy and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Tracks progress</a:t>
            </a:r>
          </a:p>
          <a:p>
            <a:r>
              <a:t>• Identifies strengths/weaknesses</a:t>
            </a:r>
          </a:p>
          <a:p>
            <a:r>
              <a:t>• Adapts lessons</a:t>
            </a:r>
          </a:p>
          <a:p>
            <a:r>
              <a:t>• Gives real-time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for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Automates grading</a:t>
            </a:r>
          </a:p>
          <a:p>
            <a:r>
              <a:t>• Generates materials</a:t>
            </a:r>
          </a:p>
          <a:p>
            <a:r>
              <a:t>• Tracks performance</a:t>
            </a:r>
          </a:p>
          <a:p>
            <a:r>
              <a:t>• Frees time for real teaching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Tutoring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24/7 support</a:t>
            </a:r>
          </a:p>
          <a:p>
            <a:r>
              <a:t>• Step-by-step explanations</a:t>
            </a:r>
          </a:p>
          <a:p>
            <a:r>
              <a:t>• Instant answers</a:t>
            </a:r>
          </a:p>
          <a:p>
            <a:r>
              <a:t>• Personalized exercises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&amp; 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Text-to-speech</a:t>
            </a:r>
          </a:p>
          <a:p>
            <a:r>
              <a:t>• Speech-to-text</a:t>
            </a:r>
          </a:p>
          <a:p>
            <a:r>
              <a:t>• Translation tools</a:t>
            </a:r>
          </a:p>
          <a:p>
            <a:r>
              <a:t>• Support for disabilities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AI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learning platforms</a:t>
            </a:r>
          </a:p>
          <a:p>
            <a:r>
              <a:t>• Classroom management tools</a:t>
            </a:r>
          </a:p>
          <a:p>
            <a:r>
              <a:t>• VR/AR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Language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Pronunciation analysis</a:t>
            </a:r>
          </a:p>
          <a:p>
            <a:r>
              <a:t>• Grammar correction</a:t>
            </a:r>
          </a:p>
          <a:p>
            <a:r>
              <a:t>• Adaptive exercises</a:t>
            </a:r>
          </a:p>
          <a:p>
            <a:r>
              <a:t>• Chatbot conversation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learning</a:t>
            </a:r>
          </a:p>
          <a:p>
            <a:r>
              <a:t>• More engagement</a:t>
            </a:r>
          </a:p>
          <a:p>
            <a:r>
              <a:t>• Better personalization</a:t>
            </a:r>
          </a:p>
          <a:p>
            <a:r>
              <a:t>• Supports modern skills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 dependency</a:t>
            </a:r>
          </a:p>
          <a:p>
            <a:r>
              <a:t>• Privacy concerns</a:t>
            </a:r>
          </a:p>
          <a:p>
            <a:r>
              <a:t>• AI errors/bias</a:t>
            </a:r>
          </a:p>
          <a:p>
            <a:r>
              <a:t>• Cannot replace human teachers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transforms education</a:t>
            </a:r>
          </a:p>
          <a:p>
            <a:r>
              <a:t>• More personalized and inclusive</a:t>
            </a:r>
          </a:p>
          <a:p>
            <a:r>
              <a:t>• Best when combined with human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